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7" r:id="rId2"/>
    <p:sldId id="260" r:id="rId3"/>
    <p:sldId id="258" r:id="rId4"/>
    <p:sldId id="259" r:id="rId5"/>
    <p:sldId id="261" r:id="rId6"/>
    <p:sldId id="264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98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D3E9E33-5E49-DB11-298A-340786869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A2EC348F-EA27-5C3B-B02C-FAC82109AC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813713D-093C-2F79-B48C-A5B700E15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E2B5-3858-46C6-8BFB-1F452751F2EE}" type="datetimeFigureOut">
              <a:rPr lang="he-IL" smtClean="0"/>
              <a:t>י"ח/אלול/תשפ"ו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8A05D22-AEDA-D747-E401-018F6176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59716F4-DC72-0EBA-1D9B-03CEC7307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8F911-799B-4DD2-9922-D8DD39FDF6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60725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8DD44B-842C-E7BD-F750-04C2D7E89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76CF153-16EE-EB18-3468-7A17914E8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CD17FB3-A02C-B201-1460-496948AA6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E2B5-3858-46C6-8BFB-1F452751F2EE}" type="datetimeFigureOut">
              <a:rPr lang="he-IL" smtClean="0"/>
              <a:t>י"ח/אלול/תשפ"ו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FC0A8BF-59D3-8578-23FF-1D884952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33545FF-4FCE-A29B-9686-D67FA2FCE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8F911-799B-4DD2-9922-D8DD39FDF6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31513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82E8937-D84C-71C4-8863-B095F3520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DBCD460-D03C-8D1A-C8A0-EBBE6EC56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D487356-B8B5-9696-960F-B4602FA3B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E2B5-3858-46C6-8BFB-1F452751F2EE}" type="datetimeFigureOut">
              <a:rPr lang="he-IL" smtClean="0"/>
              <a:t>י"ח/אלול/תשפ"ו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8801233-B76F-CF3F-A2A7-4CCD31A1D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F82E096-E427-ADE1-E994-A265BBD6B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8F911-799B-4DD2-9922-D8DD39FDF6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71144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5BA6D9E-6A9E-7779-D7D0-09A23E778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DBEA0E7-A9FF-C05A-607A-629C0D57B4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B076628-9181-9319-FF5D-191B658C95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8A6C227-6471-BD91-6AD2-C17C5DB9D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E2B5-3858-46C6-8BFB-1F452751F2EE}" type="datetimeFigureOut">
              <a:rPr lang="he-IL" smtClean="0"/>
              <a:t>י"ח/אלול/תשפ"ו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74A1BDC-94B5-B274-548A-A53BCC49D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7C7E083D-D710-417B-8DAC-DD6372324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8F911-799B-4DD2-9922-D8DD39FDF6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54368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9DF77F4-00C9-6859-9E07-B97647C75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A862661-B3A8-3DFF-470A-10756B1C3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FD1C8B23-A890-5E11-7596-BF6C3D185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9472642A-F985-AB80-E8FE-C3526C6E4E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8E9A0482-0976-C1ED-9338-EA6BF6A86D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19CEBC77-3F06-75FC-D66A-B351B786C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E2B5-3858-46C6-8BFB-1F452751F2EE}" type="datetimeFigureOut">
              <a:rPr lang="he-IL" smtClean="0"/>
              <a:t>י"ח/אלול/תשפ"ו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BC24E88E-85E4-FD1A-A9BB-C8004D02C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89C51849-78AB-AAA0-0A2D-3D56ECADE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8F911-799B-4DD2-9922-D8DD39FDF6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91996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2C7FBCE-0C37-406A-A50B-4B0512775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54E47AF6-DFF1-CD87-A99D-77B6A5A02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E2B5-3858-46C6-8BFB-1F452751F2EE}" type="datetimeFigureOut">
              <a:rPr lang="he-IL" smtClean="0"/>
              <a:t>י"ח/אלול/תשפ"ו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B6B3E65D-360B-AD9E-B611-E4F129E08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B45393E4-BC3F-128A-503F-A1649BA1E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8F911-799B-4DD2-9922-D8DD39FDF6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48664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1A039C80-9266-407D-5D67-2FF4F150A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E2B5-3858-46C6-8BFB-1F452751F2EE}" type="datetimeFigureOut">
              <a:rPr lang="he-IL" smtClean="0"/>
              <a:t>י"ח/אלול/תשפ"ו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E33983D2-F0D9-4F67-7977-042711E26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5098167-1DB7-846F-C03E-D8E48274F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8F911-799B-4DD2-9922-D8DD39FDF6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7926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7495594-9903-9CC7-58C2-36DBC88F9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FEBF7EF-7CAC-2F32-AF68-ACF0D2850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F7DFADDE-BED3-1343-77F5-A9E89FDE5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679987F-220D-EB22-7377-4375D657A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E2B5-3858-46C6-8BFB-1F452751F2EE}" type="datetimeFigureOut">
              <a:rPr lang="he-IL" smtClean="0"/>
              <a:t>י"ח/אלול/תשפ"ו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471F17E-DF8D-EABD-BECC-086F2BD83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AD7C81D-AB5B-4E4D-36A0-A23FB765E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8F911-799B-4DD2-9922-D8DD39FDF6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12783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17AFF88-9770-822C-B4AD-863F3A2B7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CBE837DB-4159-EAB8-3223-EDDC1812AE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B0D37AC-9FA1-10CD-E41C-002B04D439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6206BC9-7318-6210-169C-ECCDB7068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E2B5-3858-46C6-8BFB-1F452751F2EE}" type="datetimeFigureOut">
              <a:rPr lang="he-IL" smtClean="0"/>
              <a:t>י"ח/אלול/תשפ"ו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EB9900E-39FA-A4A1-9935-77E2AC699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5EE8ABC-3DFA-1043-1C56-4FAFBB8F7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8F911-799B-4DD2-9922-D8DD39FDF6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78809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C726643-7530-B355-2060-AE3EA7A07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5BFC633B-27DC-29CC-81C9-E4C2512679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703A958-0037-2CED-1035-570C66385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E2B5-3858-46C6-8BFB-1F452751F2EE}" type="datetimeFigureOut">
              <a:rPr lang="he-IL" smtClean="0"/>
              <a:t>י"ח/אלול/תשפ"ו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07B731C-2CC3-703E-B43E-CF7F16A4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92F4D10-68E1-2ADD-4341-B90C79886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8F911-799B-4DD2-9922-D8DD39FDF6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2622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9926B59B-6A00-1B4B-9B5E-24EDA84EA3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A68EB838-3EA0-BBD8-D1C5-6B71B3BE13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2E97D6A-18C6-DF41-FCEB-0C04CBA7B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E2B5-3858-46C6-8BFB-1F452751F2EE}" type="datetimeFigureOut">
              <a:rPr lang="he-IL" smtClean="0"/>
              <a:t>י"ח/אלול/תשפ"ו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397AFD2-AF54-48C8-FD9E-E5D8348A7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9690A69-14C9-8F8E-5232-B67E30FA6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8F911-799B-4DD2-9922-D8DD39FDF6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98404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806DBF04-635D-947D-223C-CE7B64212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C738DEA-AF78-718E-A681-EA2160340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370393C-2331-0232-6A4C-5CAC8F54AD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FE2B5-3858-46C6-8BFB-1F452751F2EE}" type="datetimeFigureOut">
              <a:rPr lang="he-IL" smtClean="0"/>
              <a:t>י"ח/אלול/תשפ"ו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C7EDC47-31CC-0A5D-4A8C-816CE8F884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EF3B5A1-43F4-E47B-BFFA-37AB6B31F2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68F911-799B-4DD2-9922-D8DD39FDF6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88070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DC9AC980-B2E7-69F0-D981-F1B29E2FA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40" y="123921"/>
            <a:ext cx="11945319" cy="6642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960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A932667F-876F-54D9-091D-218DD1B66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4210"/>
            <a:ext cx="12063663" cy="673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76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13C3277E-7E95-3C44-3082-7F39A1461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5485" y="0"/>
            <a:ext cx="12257485" cy="682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204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54E3CE2A-E3B6-8BF7-A90C-ADF719F06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18" y="0"/>
            <a:ext cx="12201618" cy="6852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126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22F3EB6D-6F10-3FFD-B99E-7ACC1555E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365" y="1"/>
            <a:ext cx="12216365" cy="68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975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C3ACD3F6-09E6-57C9-0C05-04793A90C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10"/>
            <a:ext cx="12192000" cy="6817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026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037C30B1-074A-6067-6FB5-CED70E5A2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250" y="0"/>
            <a:ext cx="12228250" cy="683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89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39E4E390-6957-4B37-B4C7-77AAB9880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973"/>
            <a:ext cx="12186720" cy="686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375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AD503FA8-D1F1-0CFF-2F82-6823650FD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47"/>
            <a:ext cx="12189786" cy="68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968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E00E97D8-B0CD-5960-66EE-4239F4931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37" y="89237"/>
            <a:ext cx="12094779" cy="676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530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04408BC4-14FB-AF10-FD37-D7182342A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8880" y="0"/>
            <a:ext cx="12270879" cy="681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466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BDC20D0F-0320-0052-12DB-15FBE08E7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91"/>
            <a:ext cx="12192000" cy="6838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880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CA56FF2B-5629-BB50-51B5-848BF6B2F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44"/>
            <a:ext cx="12191999" cy="683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738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71F607C9-A676-72D7-812F-4CA801721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456" y="0"/>
            <a:ext cx="12209456" cy="6848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48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18C2F82F-056B-D88E-F452-FEABF264F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5485" y="0"/>
            <a:ext cx="123229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102216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1443</TotalTime>
  <Words>0</Words>
  <Application>Microsoft Office PowerPoint</Application>
  <PresentationFormat>מסך רחב</PresentationFormat>
  <Paragraphs>0</Paragraphs>
  <Slides>15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sara gibraltar</dc:creator>
  <cp:lastModifiedBy>מורה - מסלולים</cp:lastModifiedBy>
  <cp:revision>2</cp:revision>
  <dcterms:created xsi:type="dcterms:W3CDTF">2026-08-31T03:27:32Z</dcterms:created>
  <dcterms:modified xsi:type="dcterms:W3CDTF">2026-09-01T10:59:20Z</dcterms:modified>
</cp:coreProperties>
</file>